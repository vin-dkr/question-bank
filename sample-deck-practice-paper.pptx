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Kinematics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of the following is a vector quantity?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432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Speed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432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Distance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432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Momentum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432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Work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AEB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Kinematics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AEB6C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AEB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$\int_0^1 x^2\,dx$ and give the value to two decimals.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AEB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AEB6C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AEB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Electricity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103632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550" dirty="0">
                <a:solidFill>
                  <a:srgbClr val="0B12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the circuit element shown in the figure.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914400" y="3486150"/>
            <a:ext cx="1036320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432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(a) Resistor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432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(b) Capacitor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432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(c) Inductor</a:t>
            </a:r>
            <a:endParaRPr lang="en-US" sz="19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950" dirty="0">
                <a:solidFill>
                  <a:srgbClr val="2432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(d) Diode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AEB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PRACTICE SET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5250"/>
          </a:xfrm>
          <a:prstGeom prst="round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95300"/>
            <a:ext cx="285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spc="75" kern="0" dirty="0">
                <a:solidFill>
                  <a:srgbClr val="1D4ED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495300"/>
            <a:ext cx="4610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Electricity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57300"/>
            <a:ext cx="571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25" b="1" spc="225" kern="0" dirty="0">
                <a:solidFill>
                  <a:srgbClr val="5B647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914400" y="1752600"/>
            <a:ext cx="10363200" cy="4114800"/>
          </a:xfrm>
          <a:prstGeom prst="roundRect">
            <a:avLst>
              <a:gd name="adj" fmla="val 514"/>
            </a:avLst>
          </a:prstGeom>
          <a:ln w="19050">
            <a:solidFill>
              <a:srgbClr val="AEB6C2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622935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b="1" spc="225" kern="0" dirty="0">
                <a:solidFill>
                  <a:srgbClr val="AEB6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SOLUTION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+ blank — sample</dc:title>
  <dc:subject>Question bank</dc:subject>
  <dc:creator>PptxGenJS</dc:creator>
  <cp:lastModifiedBy>PptxGenJS</cp:lastModifiedBy>
  <cp:revision>1</cp:revision>
  <dcterms:created xsi:type="dcterms:W3CDTF">2026-08-14T15:41:11Z</dcterms:created>
  <dcterms:modified xsi:type="dcterms:W3CDTF">2026-08-14T15:41:11Z</dcterms:modified>
</cp:coreProperties>
</file>