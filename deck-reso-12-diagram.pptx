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e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e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e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A positively charged particle is released from rest in an uniform electric field. The electric potential energy of the charge</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remains a constant because the electric field is uniform.</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increases because the charge moves along the electric field.</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decreases because the charge moves along the electric field.</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decreases because the charge moves opposite to the electric field.</a:t>
            </a:r>
            <a:endParaRPr lang="en-US" sz="1800" dirty="0"/>
          </a:p>
        </p:txBody>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Three conducting concentric spherical shells of radius R, 2R and 3R have charges Q, \( \frac{Q}{3} \) and –2Q respectively. The intermediate shell is now grounded. Find the charge flow into the earth.</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 \frac{Q}{3} \)</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 \frac{2Q}{3} \)</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Q</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0</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Q3.</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If the electric potential of the inner metal sphere is 10 volt &amp; that of the outer shell is 5 volt, then the potential at the centre will be :</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10 volt</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5 volt</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15 volt</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0</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Q3.</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Q4.</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Gauss’ law</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A hemispherical surface (half of a spherical surface) of radius R is located in a uniform electric field E that is parallel to the axis of the hemisphere. What is the magnitude of the electric flux through the hemisphere surface?</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0</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4πR²E/3</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2πR²E</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πR²E</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Q4.</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Gauss’ law</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Q5.</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The maximum electric field at a point on the axis a uniformly charged ring is \(E_0\). At how many points on the axis will the magnitude of electric field be \(E_0/2\) :-</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1</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2</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3</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4</a:t>
            </a:r>
            <a:endParaRPr lang="en-US" sz="1800" dirty="0"/>
          </a:p>
        </p:txBody>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Q5.</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Q6.</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A charge q is placed at the centroid of an equilateral triangle. Three equal charges Q are placed at the vertices of the triangle. The system of four charges will be in equilibrium if q is equal to :-</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\(-\frac{Q}{\sqrt{3}}\)</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\(-\frac{Q}{3}\)</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\(-Q\sqrt{3}\)</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\(\frac{Q}{\sqrt{3}}\)</a:t>
            </a:r>
            <a:endParaRPr lang="en-US" sz="1800" dirty="0"/>
          </a:p>
        </p:txBody>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Q6.</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Q7.</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dipole</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Electric field lines in which an electric dipole p is placed as shown. Which of the following statements is correct?</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The dipole will not experience any force.</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The dipole will experience a force towards right.</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The dipole will experience a force towards left.</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The dipole will experience a force upwards.</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Q7.</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dipole</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Q8.</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Three positive charges of equal value q are placed at the vertices of an equilateral triangle. The resulting lines of force should be sketched as in</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Option A</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Option B</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Option C</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Option D</a:t>
            </a:r>
            <a:endParaRPr lang="en-US" sz="1800" dirty="0"/>
          </a:p>
        </p:txBody>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Q8.</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Q9.</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A solid sphere of radius R is charged uniformly. At what distance from its surface is the electrostatic potential half of the potential at the centre?</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R</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R/2</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R/3</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2R</a:t>
            </a:r>
            <a:endParaRPr lang="en-US" sz="1800" dirty="0"/>
          </a:p>
        </p:txBody>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Q9.</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Q10.</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Three charges \( Q, +q \) and \(+q \) are placed at the vertices of a right-angled isosceles triangle as shown. The net electrostatic energy of the configuration is zero if \( Q \) is equal to:</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 \frac{-q}{1+\sqrt{2}} \)</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 \frac{-2q}{2+\sqrt{2}} \)</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 -2q \)</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 +q \)</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Q10.</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Q11.</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The variation of electric field between the two charges q1 and q2 along the line joining the charges is plotted against distance from q1 (taking rightward direction of electric field as positive) as shown in the figure. Then the correct statement is :-</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q1 and q2 are positive and q1 &lt; q2</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q1 and q2 are positive and q1 &gt; q2</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q1 is positive and q2 is negative and q1 &lt; q2</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q1 and q2 are negative and q1 &lt; q2</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Q11.</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Q12.</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A point charge q is placed at a point inside a hollow conducting sphere. Which of the following electric force pattern is correct?</a:t>
            </a:r>
            <a:endParaRPr lang="en-US" sz="2400" dirty="0"/>
          </a:p>
        </p:txBody>
      </p:sp>
      <p:sp>
        <p:nvSpPr>
          <p:cNvPr id="6" name="Text 4"/>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Q12.</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Q13.</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A metallic solid sphere is placed in a uniform electric field. The lines of force follow the path (s) shown in figure as :</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1</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2</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3</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4</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Q13.</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Q14.</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Five positive equal charges are placed at vertices of a regular hexagon and net electric field at the centre is \(E_1\). A negative charge having equal magnitude is placed sixth vertex and then net electric field is \(E_2\). Find \(\frac{E_2}{E_1}\).</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2</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1</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3</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None of these</a:t>
            </a:r>
            <a:endParaRPr lang="en-US" sz="1800" dirty="0"/>
          </a:p>
        </p:txBody>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Q14.</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Q15.</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When a negative charge is released and moves in electric field, it moves toward a position of</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lower electric potential and lower potential energy</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lower electric potential and higher potential energy</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higher electric potential and lower potential energy</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higher electric potential and higher potential energy</a:t>
            </a:r>
            <a:endParaRPr lang="en-US" sz="1800" dirty="0"/>
          </a:p>
        </p:txBody>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Q15.</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Q16.</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Gauss’ law</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Statement 1: A charge is outside the Gaussian sphere of radius R. Then electric field on the surface of sphere is zero.</a:t>
            </a:r>
            <a:endParaRPr lang="en-US" sz="2400" dirty="0"/>
          </a:p>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and</a:t>
            </a:r>
            <a:endParaRPr lang="en-US" sz="2400" dirty="0"/>
          </a:p>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Statement 2: As \( \oint \vec{E} \cdot d\vec{s} = \frac{q_{in}}{\varepsilon_0} \), for the sphere \( q_{in} \) is zero, so \( \oint \vec{E} \cdot d\vec{s} = 0 \).</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Statement-1 is true, statement-2 is true and statement-2 is correct explanation for statement-1.</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Statement-1 is true, statement-2 is true and statement-2 is NOT the correct explanation for statement-1.</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Statement-1 is true, statement-2 is false.</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Statement-1 is false, statement-2 is true.</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Q16.</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Gauss’ law</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Q17.</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A semi-infinite insulating rod has linear charge density \(\lambda\). The electric field at the point P shown in figure is :-</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\(\frac{2\lambda^2}{(4\pi\varepsilon_0 r)^2}\) at 45° with AB</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\(\frac{\sqrt{2}\lambda}{4\pi\varepsilon_0 r^2}\) at 45° with AB</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\(\frac{\sqrt{2}\lambda}{4\pi\varepsilon_0 r}\) at 45° with AB</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\(\frac{\sqrt{2}\lambda}{4\pi\varepsilon_0 r}\) at perpendicular to AB</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Q17.</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Q18.</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Three charges +q, +2q and +4q are connected by strings as shown in the figure. What is ratio of tensions in the strings AB and BC.</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1 : 2</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1 : 3</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2 : 1</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3 : 1</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Q18.</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Q19.</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A point positive charge is brought near an isolated conducting sphere. The electric field is best given by</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Fig (i)</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Fig (iii)</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Fig (ii)</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Fig (iv)</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Q19.</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Q20.</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n small drops of same size are charged to V volts each. If they coalesce to form a signal large drop, then its potential will be :-</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\(V/n\)</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(\(B\)) \(V_n\)</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\(V_n^{1/3}\)</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 Vn^{2/3} \)</a:t>
            </a:r>
            <a:endParaRPr lang="en-US" sz="1800" dirty="0"/>
          </a:p>
        </p:txBody>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Q20.</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Q21.</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Charge Q, 2Q and –Q are given to three concentric conducting spherical shells A, B and C respectively. The ratio of charges on the inner and the outer surfaces of the shell ‘C’ will be :-</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 \frac{3}{4} \)</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 -\frac{3}{4} \)</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 \frac{3}{2} \)</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 -\frac{3}{2} \)</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Q21.</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Q22.</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Gauss’ law</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Three large parallel plates have uniform surface charge densities as shown in the figure. What is the electric field at P?</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-\(\frac{4\sigma}{\varepsilon_0}\) \(\hat{k}\)</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\(\frac{4\sigma}{\varepsilon_0} \hat{k}\)</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-\(\frac{2\sigma}{\varepsilon_0}\) \(\hat{k}\)</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\(\frac{2\sigma}{\varepsilon_0} \hat{k}\)</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Q22.</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Gauss’ law</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Q23.</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Gauss’ law</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In the given figure flux through surface \( S_1 \) is \( \phi_1 \) &amp; through \( S_2 \) is \( \phi_2 \). Which is correct?</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 \phi_1 = \phi_2 \)</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 \phi_1 &gt; \phi_2 \)</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 \phi_1 &lt; \phi_2 \)</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None of these</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Q23.</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Gauss’ law</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Q24.</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The fig. shows the distribution of three charges –Q, +Q and –Q on the X-axis. Which of the following figures shows the possible electric field lines for the distribution?</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Option A</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Option B</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Option C</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Option D</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Q24.</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Q25.</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As shown in the figure, an insulating rod is set into the shape of a semicircle. The left half of the rod has a charge of +Q uniformly distributed along its length, and the right half of the rod has a charge of –Q uniformly distributed along its length. What vector shows the correct direction of the electric field at point P, the centre of the semicircle?</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A</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B</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C</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D</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Q25.</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reso 12</dc:title>
  <dc:subject>Physics</dc:subject>
  <dc:creator>PptxGenJS</dc:creator>
  <cp:lastModifiedBy>PptxGenJS</cp:lastModifiedBy>
  <cp:revision>1</cp:revision>
  <dcterms:created xsi:type="dcterms:W3CDTF">2026-08-14T18:31:35Z</dcterms:created>
  <dcterms:modified xsi:type="dcterms:W3CDTF">2026-08-14T18:31:35Z</dcterms:modified>
</cp:coreProperties>
</file>