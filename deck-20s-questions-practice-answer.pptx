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binding energies of nuclei X and Y are E1 and E2 respectively. Two atoms of X fuse to give one atom of Y and an energy Q is released. Then: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\(Q = 2E1 - E2\)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\(Q = E2 - 2E1\)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\(Q = 2E1 + E2\)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\(Q = 2E2 + E1\)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question contains Statement-1 and Statement-2. Out of the four choices given after the statements, choose the one that best describes the two statements.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Statement-1: Energy is released when heavy nuclei undergo fission or light nuclei undergo fusion.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Statement-2: For heavy nuclei, binding energy per nucleon increases with increasing Z while for light nuclei it decreases with increasing Z.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 Statement-1 is false, Statement-2 is true.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 Statement-1 is true, Statement-2 is true; Statement-2 is a correct explanation for Statement-1.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 Statement-1 is true, Statement-2 is true; Statement-2 is not a correct explanation for Statement-1.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(4) Statement-1 is true, Statement-2 is false.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the emf of the cell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Pt, H2(\(1.0 \text{ atm}\)) | CH3COOH (\(0.1M\)) || NH3(aq, \(0.01M\)) | H2 (\(1.0 \text{ atm}\)),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 Ka(CH3COOH) = \(1.8 \times 10^{-5}\), Kb (NH3) = \(1.8 \times 10^{-5}\).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-0.46 V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Ammonia and oxygen reacts at higher temperatures as 4NH3(g) + 5O2(g) ⟶ 4NO(g) + 6H2O(g) In an experiment, the concentration of NO increases by 1.08 ×10-2 mol litre-1 in 3 seconds. Calculate. (i) rate of reaction (ii) rate of disappearance of ammonia (iii) rate of formation of water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(i) \(r = \frac{1}{4}\,\frac{d[\text{NO}]}{dt} = 9 \times 10^{-4}\,\text{mol litre}^{-1}\,\text{sec}^{-1}\)\n</a:t>
            </a: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(ii) \(3.6 \times 10^{-3}\,\text{mol litre}^{-1}\,\text{sec}^{-1}\)\n</a:t>
            </a: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(iii) \(5.4 \times 10^{-3}\,\text{mol litre}^{-1}\,\text{sec}^{-1}\)\n</a:t>
            </a: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\(ROR = \frac{\text{ROA of NO}}{\text{sto. coeff. of NO}} = \frac{(1.08 \times 10^{-2})/3}{4} = 9 \times 10^{-4}\,\text{M sec}^{-1}\)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first order reaction, 2N2O5(g) ⟶ 4NO2(g) + O2(g) (A) the concentration of the reactant decreases exponentially with time (B) the half-life of the reaction decreases with increasing temperature. (C) the half-life of the reaction depends on the initial concentration of the reactant. (D) the reaction proceeds to 99.6% completion in eight half-life duration.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A, B, 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experiment is done to determine the half-life of radioactive substance that emits one β-particle for each decay process. Measurement show that 8.4 β are emitted each second by 2.5 mg of the substance. The atomic weight of the substance is 230. Find the half life of the substance.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1.7 × 10¹⁰ years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Rutherford’s famous gold foil scattering experiment, he found that most alpha particles would pass through the foil undeflected. Which one of the following nuclear properties can be inferred from this observation?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The nucleus must have a positive charge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Most of the mass of an atom is in the nucleus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The nucleus contains both protons neutrons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The diameter of the nucleus is small compared to the diameter of the atom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(e) (E) None of these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GALVANIC CELL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thermodynamic efficiency of cell is given by-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\(\Delta H / \Delta G\)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\(nFE_{cell}/\Delta G\)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-\(nFE_{cell}/\Delta H\)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Zero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GALVANIC CELL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GALVANIC CELL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the reaction, \(\mathrm{Cl_2(g)} + 2\mathrm{Br^- (aq)} \to 2\mathrm{Cl^- (aq)} + \mathrm{Br_2(g)}\) The emf of the cell when \([\mathrm{Cl^-}] = [\mathrm{Br^-}] = 0.01\mathrm{M}\) and \(\mathrm{Cl_2}\) gas at 1 atm pressure while \(\mathrm{Br_2(g)}\) at 0.01 atm will be (\(E^\circ\) for the above reaction is = 0.29 volt) 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0.54 volt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0.35 volt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0.24 volt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-0.29 volt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the following cell reaction: \(2\mathrm{Fe}(s) + \mathrm{O}_2(g) + 4\mathrm{H}^+(aq) \rightarrow 2\mathrm{Fe}^{2+}(aq) + 2\mathrm{H}_2\mathrm{O}(l)\) E° = \(1.67 \; V\) At \([\mathrm{Fe}^{2+}] = 10^{-3} \; M\), \(P(\mathrm{O}_2) = 0.1 \; \text{atm}\) and \(\mathrm{pH} = 3\), the cell potential at 25°C is -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1.47 V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1.77 V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1.87 V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1.57 V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Resistance of 0.2 M solution of an electrolyte is 50 Ω. The specific conductance of the solution is 1.3 S m⁻¹. If resistance of the 0.4M solution of the same electrolyte is 260 Ω, its molar conductivity is :-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 6250 S m² mol⁻¹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 6.25 × 10⁻⁴ S m² mol⁻¹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 625 × 10⁻⁴ S m² mol⁻¹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(4) 62.5 S m² mol⁻¹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ELECTRODE POTENTIAL CELL EMF.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for the half cell reactions \(\mathrm{Cu}^{2+} + e^- \to \mathrm{Cu}^+\) \(E^\circ = 0.15\) V, \(\mathrm{Cu}^{2+} + 2e^- \to \mathrm{Cu}\) \(E^\circ = 0.34\) V, Calculate \(E^\circ\) of the half cell reaction \(\mathrm{Cu}^+ + e^- \to \mathrm{Cu}\) also predict whether \(\mathrm{Cu}^+\) undergoes disproportionation or not.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ELECTRODE POTENTIAL CELL EMF.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0.53 V, disproportionation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ELECTRODE POTENTIAL CELL EMF.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Suppose that the Sun consists entirely of hydrogen atom and releases the energy by the nuclear reaction,  
\(4\,^1\mathrm{H} \longrightarrow\, ^4\mathrm{He}\)  
with 26 MeV of energy released. If the total output power of the Sun is assumed to remain constant at \(3.9 \times 10^{26}\ \mathrm{W}\), find the time it will take to burn all the hydrogen.  
Take the mass of the Sun as \(1.7 \times 10^{30}\ \mathrm{kg}\).
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8/3×10¹⁸ sec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Nuclear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OF REACTION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rate of a reaction is expressed in different ways as follows: \(+ \frac{1}{2} \frac{d[C]}{dt} = -\frac{1}{3} \frac{d[D]}{dt} = \frac{1}{4} \frac{d[A]}{dt} = -\frac{d[B]}{dt}\) The reaction is: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\(4 A + B \rightarrow 2C + 3D\)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\(B\) \(B + 3 D \rightarrow 4 A + 2 C\)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\(A + B \rightarrow C + D\)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\(B + D \rightarrow A + C\)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OF REACTION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Q14.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OF REACTION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reaction A → B, the rate law expression is \(-d[A]/dt = k [A]^{(1/2)}\). If initial concentration of \([A]\) is \([A]_0\), then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The integrated rate expression is \(k = \frac{2}{t} \left(A_0^{(1/2)} - A^{(1/2)}\right)\)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The graph of \(\sqrt{A}\) vs \(t\) will be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The half life period, \( t_{(1/2)} = \frac{K}{2[A]_{0}^{(1/2)}} \)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The time taken for 75% completion of reaction \(t_{(3/4)} = \sqrt{[A]_0} / k\)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A, B, 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Q15.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rate of a chemical reaction doubles for every 10°C rise of temperature. If the temperature is raised by 50°C, the rate of the reaction increases by about :-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 32 times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 64 times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 10 times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(4) 24 times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 that the nuclear binding energy per nucleon (B/A) versus mass number (A) is as shown in the figure. Use this plot to choose the correct choice(s) given below: [JEE 2008]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Fusion of two nuclei with mass numbers lying in the range of 1 &lt; A &lt; 50 will release energy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Fusion of two nuclei with mass numbers lying in the range of 51 &lt; A &lt; 100 will release energy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Fission of a nucleus lying in the mass range of 100 &lt; A &lt; 200 will release energy when broken into two equal fragments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Fission of a nucleus lying in the mass range of 200 &lt; A &lt; 260 will release energy when broken into two equal fragments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B,D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Physics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E° of the redox pair in List-I with the values given in List-II and select the correct answer using the code given below the lists: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List-I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(P) E°(Fe³⁺, Fe)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(Q) E°(4H₂O ⇌ 4H⁺ + 4OH⁻)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(R) E°(Cu²⁺ + Cu → 2Cu⁺)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(S) E°(Cr³⁺, Cr²⁺)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List-II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 −0.18 V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 −0.4 V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 −0.04 V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(4) −0.83 V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Codes: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Q R S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4 1 2 3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2 3 4 1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1 2 3 4</a:t>
            </a:r>
            <a:endParaRPr lang="en-US" sz="25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3 4 1 2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Q18.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decomposition of a compound P, at temperature T according to the equation 2P(g) ⟶ 4Q(g) + R(g) + S(l) is the first order reaction. After 30 minutes from the start of decomposition in a closed vessel, the total pressure developed is found to be 317 mm Hg and after a long period of time the total pressure observed to be 617 mm Hg. Calculate the total pressure of the vessel after 75 minutes, if volume of liquid S is supposed to be negligible. Also calculate the time fraction t1/8. Given : Vapour pressure of S (l) at temperature T = 32.5 mm Hg. [ln 1.169) = 0.156, ln2 = 0.7, e0.39 = 1.5]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383.2 mm Hg, 403.8 min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Q19.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kinetics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&amp; Dimension, Basic Maths and Vector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certain system of units, 1 unit of time is 5 sec, 1 unit of mass is 20 kg and 1 unit of length is 10 m. In this system, one unit of power will correspond to :-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16 watts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1/16 watts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25 watts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none of these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&amp; Dimension, Basic Maths and Vector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&amp; Dimension, Basic Maths and Vector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20s Questions</dc:title>
  <dc:subject>Physics</dc:subject>
  <dc:creator>PptxGenJS</dc:creator>
  <cp:lastModifiedBy>PptxGenJS</cp:lastModifiedBy>
  <cp:revision>1</cp:revision>
  <dcterms:created xsi:type="dcterms:W3CDTF">2026-08-14T15:43:17Z</dcterms:created>
  <dcterms:modified xsi:type="dcterms:W3CDTF">2026-08-14T15:43:17Z</dcterms:modified>
</cp:coreProperties>
</file>