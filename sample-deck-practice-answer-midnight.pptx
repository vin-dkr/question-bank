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the following is a vector quantity?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Speed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Distance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Momentum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Work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Momentum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$\int_0^1 x^2\,dx$ and give the value to two decimals.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0.33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circuit element shown in the figure.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Resistor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Capacitor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Inductor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Diode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14400" y="1752600"/>
            <a:ext cx="10363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E0A8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(b) Capacitor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0363200" cy="19050"/>
          </a:xfrm>
          <a:prstGeom prst="roundRect">
            <a:avLst/>
          </a:prstGeom>
          <a:solidFill>
            <a:srgbClr val="5B647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→ answer → blank — sample</dc:title>
  <dc:subject>Question bank</dc:subject>
  <dc:creator>PptxGenJS</dc:creator>
  <cp:lastModifiedBy>PptxGenJS</cp:lastModifiedBy>
  <cp:revision>1</cp:revision>
  <dcterms:created xsi:type="dcterms:W3CDTF">2026-08-14T15:41:10Z</dcterms:created>
  <dcterms:modified xsi:type="dcterms:W3CDTF">2026-08-14T15:41:10Z</dcterms:modified>
</cp:coreProperties>
</file>